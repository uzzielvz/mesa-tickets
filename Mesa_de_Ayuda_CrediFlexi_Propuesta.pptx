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73152" cy="219456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INTERNA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Ayuda CrediFlexi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interno de gestión de incidencias y soporte operativo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8046720" cy="18288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Uzziel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Para: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de Sistemas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hoy: soporte fragmentado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5272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24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disperso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3990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mezcladas con conversaciones personales, sin orden ni búsqueda.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299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901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perdidos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2176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infinitos, sin asignación clara, difíciles de rastrear.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0720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679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desactualizadas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97280" y="2953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que nadie mantiene, con duplicados y pérdida de información.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8444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4564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métricas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97280" y="37307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visibilidad: cuántos tickets, cuánto tardan, quién responde.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852160" y="1143000"/>
            <a:ext cx="283464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852160" y="1143000"/>
            <a:ext cx="2834640" cy="73152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22" name="Text 16"/>
          <p:cNvSpPr/>
          <p:nvPr/>
        </p:nvSpPr>
        <p:spPr>
          <a:xfrm>
            <a:off x="598932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98932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perdidas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598932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dedica tiempo a: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989320" y="2788920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Buscando incidencias antiguas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Reasignando manualmente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saber quién responde qué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reportes para el director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Ayuda CrediFlexi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centralizado de tickets internos, hecho a medida para CrediFlexi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el caos actual con un flujo claro: </a:t>
            </a:r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reporta, el responsable atiende, ambos cierran de mutuo acuerdo. </a:t>
            </a:r>
            <a:pPr indent="0" marL="0">
              <a:buNone/>
            </a:pPr>
            <a:r>
              <a:rPr lang="en-US" sz="1300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total, métricas en tiempo real y permisos por rol.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F18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 </a:t>
            </a:r>
            <a:pPr algn="ctr" indent="0" marL="0">
              <a:buNone/>
            </a:pPr>
            <a:r>
              <a:rPr lang="en-US" sz="1300" b="1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mesa-tickets.vercel.app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051560"/>
            <a:ext cx="1417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051560"/>
            <a:ext cx="1417320" cy="54864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2161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18928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código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051560"/>
            <a:ext cx="1417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0" y="1051560"/>
            <a:ext cx="1417320" cy="54864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12161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315200" y="18928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2606040"/>
            <a:ext cx="1417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2606040"/>
            <a:ext cx="1417320" cy="54864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770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760720" y="34472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TypeScript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2606040"/>
            <a:ext cx="1417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0" y="2606040"/>
            <a:ext cx="1417320" cy="54864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770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315200" y="34472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listo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producción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hace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78308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con catálogo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problema configurables, asignación automática por área.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64408" y="10058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005840"/>
            <a:ext cx="73152" cy="178308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12" name="Shape 9"/>
          <p:cNvSpPr/>
          <p:nvPr/>
        </p:nvSpPr>
        <p:spPr>
          <a:xfrm>
            <a:off x="3538728" y="12801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38988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8808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 cierre dual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38728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ordenada y cierre confirmado por ambas partes.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10058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63056" y="1005840"/>
            <a:ext cx="73152" cy="178308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18" name="Shape 14"/>
          <p:cNvSpPr/>
          <p:nvPr/>
        </p:nvSpPr>
        <p:spPr>
          <a:xfrm>
            <a:off x="6437376" y="12801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38988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77456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37376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responsable y usuario — cada uno ve solo lo suyo (RLS).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5760" y="289864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898648"/>
            <a:ext cx="73152" cy="178308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24" name="Shape 19"/>
          <p:cNvSpPr/>
          <p:nvPr/>
        </p:nvSpPr>
        <p:spPr>
          <a:xfrm>
            <a:off x="640080" y="317296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282696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172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métricas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0080" y="38130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Volumen, tiempos de respuesta y distribución por área.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64408" y="289864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64408" y="2898648"/>
            <a:ext cx="73152" cy="178308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30" name="Shape 24"/>
          <p:cNvSpPr/>
          <p:nvPr/>
        </p:nvSpPr>
        <p:spPr>
          <a:xfrm>
            <a:off x="3538728" y="317296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3282696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78808" y="3172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Adjuntos de evidencia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538728" y="38130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y documentos directo en el ticket, almacenados de forma segura.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63056" y="289864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63056" y="2898648"/>
            <a:ext cx="73152" cy="178308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36" name="Shape 29"/>
          <p:cNvSpPr/>
          <p:nvPr/>
        </p:nvSpPr>
        <p:spPr>
          <a:xfrm>
            <a:off x="6437376" y="317296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3282696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77456" y="3172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Google Workspace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437376" y="38130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la cuenta corporativa @financieracrediflexi.com.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modernas, estándar de la industria, sin lock-in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81328"/>
            <a:ext cx="438912" cy="438912"/>
          </a:xfrm>
          <a:prstGeom prst="ellipse">
            <a:avLst/>
          </a:prstGeom>
          <a:solidFill>
            <a:srgbClr val="0F18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538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TypeScript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0" y="14538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moderno usado por Netflix, TikTok y Notion.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2121408"/>
            <a:ext cx="438912" cy="438912"/>
          </a:xfrm>
          <a:prstGeom prst="ellipse">
            <a:avLst/>
          </a:prstGeom>
          <a:solidFill>
            <a:srgbClr val="0F184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1284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0939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931920" y="20939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Auth + Storage. Open source, migrable a cualquier servidor.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6928" y="2761488"/>
            <a:ext cx="438912" cy="438912"/>
          </a:xfrm>
          <a:prstGeom prst="ellipse">
            <a:avLst/>
          </a:prstGeom>
          <a:solidFill>
            <a:srgbClr val="0F184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5292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2734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931920" y="27340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con CI/CD: cada cambio se publica automático desde GitHub.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33756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" y="3401568"/>
            <a:ext cx="438912" cy="438912"/>
          </a:xfrm>
          <a:prstGeom prst="ellipse">
            <a:avLst/>
          </a:prstGeom>
          <a:solidFill>
            <a:srgbClr val="0F184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49300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3741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SSO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931920" y="33741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cuenta corporativa, sin contraseñas que administrar.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397764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66928" y="4041648"/>
            <a:ext cx="438912" cy="438912"/>
          </a:xfrm>
          <a:prstGeom prst="ellipse">
            <a:avLst/>
          </a:prstGeom>
          <a:solidFill>
            <a:srgbClr val="0F184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13308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40142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shadcn/ui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931920" y="40142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diseño profesional y consistente.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lock-in: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código y la base de datos son portables a cualquier proveedor (AWS, Azure, on-premise) si fuera necesario.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Costos: arrancamos sin pagar nada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MXN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piloto inicial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914400"/>
            <a:ext cx="3749040" cy="1143000"/>
          </a:xfrm>
          <a:prstGeom prst="rect">
            <a:avLst/>
          </a:prstGeom>
          <a:solidFill>
            <a:srgbClr val="0F1845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0" y="914400"/>
            <a:ext cx="73152" cy="114300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alternativa SaaS comercial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325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 Suite Team:  </a:t>
            </a:r>
            <a:pPr indent="0" marL="0">
              <a:buNone/>
            </a:pPr>
            <a:r>
              <a:rPr lang="en-US" sz="1200" b="1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$1,000+ MXN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usuario / 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50 usuarios = </a:t>
            </a:r>
            <a:pPr indent="0" marL="0">
              <a:buNone/>
            </a:pPr>
            <a:r>
              <a:rPr lang="en-US" sz="1200" b="1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 MXN/mes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155448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554480"/>
                <a:gridCol w="137160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MXN/mes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Hobby (Free)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Primeros 1-3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mínima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validar el piloto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recomendada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 estable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planes Free de Vercel y Supabase cubren con holgura ~50 usuarios trabajando L-V. Migración a Pro recomendada al validar el piloto: licencia de uso comercial, backups diarios automáticos y soporte prioritario.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CrediFlexi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4160520" cy="73152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417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incidencia con autor, responsable, hilo inmutable y timestamps. Auditable.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81728" y="10515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1051560"/>
            <a:ext cx="4160520" cy="73152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12" name="Shape 9"/>
          <p:cNvSpPr/>
          <p:nvPr/>
        </p:nvSpPr>
        <p:spPr>
          <a:xfrm>
            <a:off x="5001768" y="1371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08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24728" y="1417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01768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vueltas en WhatsApp y correo. Métricas para identificar cuellos de botella.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11480" y="285292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852928"/>
            <a:ext cx="4160520" cy="73152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31729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1012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32186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Profesionalización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31520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 empresa moderna. Mejora la percepción interna del área de soporte.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681728" y="285292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81728" y="2852928"/>
            <a:ext cx="4160520" cy="73152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24" name="Shape 19"/>
          <p:cNvSpPr/>
          <p:nvPr/>
        </p:nvSpPr>
        <p:spPr>
          <a:xfrm>
            <a:off x="5001768" y="31729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31012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24728" y="32186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crecer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001768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que sirve para sumar más herramientas internas con costo marginal mínimo.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y propiedad: el proyecto es de CrediFlexi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cuentas se crean a nombre de la empresa. Yo entro como colaborador. Si yo no estoy, todo sigue funcionando y cualquier desarrollador puede tomar el control.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8699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Organization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931920" y="1737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bajo cuenta corporativa de CrediFlexi.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35915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450592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253746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404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Team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931920" y="24048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con acceso del gerente como Owner del Team.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266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" y="3118104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320497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0723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Organization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931920" y="30723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y backups bajo cuenta corporativa.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69417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4360" y="3785616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387248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7398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Project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3931920" y="37398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OAuth dentro del Workspace de la empresa.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 futuro: digitalización progresiva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2788920" cy="914400"/>
          </a:xfrm>
          <a:prstGeom prst="rect">
            <a:avLst/>
          </a:prstGeom>
          <a:solidFill>
            <a:srgbClr val="0F184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85900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240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Ayuda en producción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del sistema actual. Onboarding de usuarios y responsables. Primeras métricas reales de uso y ahorro.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64992" y="105156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64992" y="1051560"/>
            <a:ext cx="2788920" cy="914400"/>
          </a:xfrm>
          <a:prstGeom prst="rect">
            <a:avLst/>
          </a:prstGeom>
          <a:solidFill>
            <a:srgbClr val="0F1845"/>
          </a:solidFill>
          <a:ln/>
        </p:spPr>
      </p:sp>
      <p:sp>
        <p:nvSpPr>
          <p:cNvPr id="14" name="Text 11"/>
          <p:cNvSpPr/>
          <p:nvPr/>
        </p:nvSpPr>
        <p:spPr>
          <a:xfrm>
            <a:off x="3547872" y="1188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47872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6 meses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439412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72" y="224028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47872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herramientas internas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47872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empleados, dashboard de cobranza, automatizaciones (reportes diarios, alertas, integraciones).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318504" y="105156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18504" y="1051560"/>
            <a:ext cx="2788920" cy="914400"/>
          </a:xfrm>
          <a:prstGeom prst="rect">
            <a:avLst/>
          </a:prstGeom>
          <a:solidFill>
            <a:srgbClr val="0F1845"/>
          </a:solidFill>
          <a:ln/>
        </p:spPr>
      </p:sp>
      <p:sp>
        <p:nvSpPr>
          <p:cNvPr id="22" name="Text 18"/>
          <p:cNvSpPr/>
          <p:nvPr/>
        </p:nvSpPr>
        <p:spPr>
          <a:xfrm>
            <a:off x="6501384" y="1188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B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501384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 12 meses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7392924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224028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01384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página web corporativa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501384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moderno con mejor diseño, performance, blog y formularios. Mismo stack, mismo equipo, costo marginal.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59436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necesito de ti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53896"/>
            <a:ext cx="384048" cy="384048"/>
          </a:xfrm>
          <a:prstGeom prst="ellipse">
            <a:avLst/>
          </a:prstGeom>
          <a:solidFill>
            <a:srgbClr val="E8B6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5361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99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del piloto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73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para desplegar internamente con usuarios reales.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020824"/>
            <a:ext cx="384048" cy="384048"/>
          </a:xfrm>
          <a:prstGeom prst="ellipse">
            <a:avLst/>
          </a:prstGeom>
          <a:solidFill>
            <a:srgbClr val="E8B6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10312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DNS de financieracrediflexi.com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8872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configurar el subdominio tickets.financieracrediflexi.com.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E8B64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67004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532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Google Workspace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2807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para crear credenciales OAuth para login corporativo.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E8B64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236976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099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corporativas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88720" y="3374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Org en GitHub, Vercel y Supabase a nombre de CrediFlexi.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3721608"/>
            <a:ext cx="384048" cy="384048"/>
          </a:xfrm>
          <a:prstGeom prst="ellipse">
            <a:avLst/>
          </a:prstGeom>
          <a:solidFill>
            <a:srgbClr val="E8B64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80390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666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seguimiento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88720" y="3941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del piloto y métricas en 2 semanas.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8B647"/>
          </a:solidFill>
          <a:ln/>
        </p:spPr>
      </p:sp>
      <p:sp>
        <p:nvSpPr>
          <p:cNvPr id="26" name="Text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 </a:t>
            </a:r>
            <a:pPr algn="ctr" indent="0" marL="0">
              <a:buNone/>
            </a:pPr>
            <a:r>
              <a:rPr lang="en-US" sz="1300" b="1" dirty="0">
                <a:solidFill>
                  <a:srgbClr val="0F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https://mesa-tickets.vercel.app/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Mesa de Ayuda CrediFlexi - Propuesta de despliegue</dc:title>
  <dc:subject>PptxGenJS Presentation</dc:subject>
  <dc:creator>Uzziel</dc:creator>
  <cp:lastModifiedBy>Uzziel</cp:lastModifiedBy>
  <cp:revision>1</cp:revision>
  <dcterms:created xsi:type="dcterms:W3CDTF">2026-05-04T02:05:22Z</dcterms:created>
  <dcterms:modified xsi:type="dcterms:W3CDTF">2026-05-04T02:05:22Z</dcterms:modified>
</cp:coreProperties>
</file>